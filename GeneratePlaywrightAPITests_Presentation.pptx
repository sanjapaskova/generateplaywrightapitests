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GeneratePlaywrightAPITests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API Test Generation from OpenAPI/Swagger Specifications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Challenge:</a:t>
            </a:r>
          </a:p>
          <a:p>
            <a:pPr lvl="1"/>
            <a:r>
              <a:t>• Manual API test creation is time-consuming and error-prone</a:t>
            </a:r>
          </a:p>
          <a:p>
            <a:pPr lvl="1"/>
            <a:r>
              <a:t>• Maintaining tests as APIs evolve requires constant updates</a:t>
            </a:r>
          </a:p>
          <a:p>
            <a:pPr lvl="1"/>
            <a:r>
              <a:t>• Test data generation often requires manual effort</a:t>
            </a:r>
          </a:p>
          <a:p>
            <a:br/>
            <a:r>
              <a:t>The Solution:</a:t>
            </a:r>
          </a:p>
          <a:p>
            <a:pPr lvl="1"/>
            <a:r>
              <a:t>Automated test generation from OpenAPI/Swagger specifications</a:t>
            </a:r>
          </a:p>
          <a:p>
            <a:pPr lvl="1"/>
            <a:r>
              <a:t>• Python-based tool that generates Playwright API tests</a:t>
            </a:r>
          </a:p>
          <a:p>
            <a:pPr lvl="1"/>
            <a:r>
              <a:t>• Creates realistic test data from schema definitions</a:t>
            </a:r>
          </a:p>
          <a:p>
            <a:pPr lvl="1"/>
            <a:r>
              <a:t>• Handles resource dependencies and test ordering automatically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Capabilities:</a:t>
            </a:r>
          </a:p>
          <a:p>
            <a:pPr lvl="1"/>
            <a:r>
              <a:t>✓ Automatic Test Generation</a:t>
            </a:r>
          </a:p>
          <a:p>
            <a:pPr lvl="2"/>
            <a:r>
              <a:t>   Parses OpenAPI/Swagger specs and generates tests for all endpoints</a:t>
            </a:r>
          </a:p>
          <a:p>
            <a:br/>
            <a:pPr lvl="1"/>
            <a:r>
              <a:t>✓ Smart Resource Management</a:t>
            </a:r>
          </a:p>
          <a:p>
            <a:pPr lvl="2"/>
            <a:r>
              <a:t>   Creates resources (POST) first, stores IDs for dependent tests</a:t>
            </a:r>
          </a:p>
          <a:p>
            <a:br/>
            <a:pPr lvl="1"/>
            <a:r>
              <a:t>✓ Flexible Data Generation</a:t>
            </a:r>
          </a:p>
          <a:p>
            <a:pPr lvl="2"/>
            <a:r>
              <a:t>   Schema-based (free) or AI-powered (OpenAI/Anthropic)</a:t>
            </a:r>
          </a:p>
          <a:p>
            <a:br/>
            <a:pPr lvl="1"/>
            <a:r>
              <a:t>✓ Production Ready</a:t>
            </a:r>
          </a:p>
          <a:p>
            <a:pPr lvl="2"/>
            <a:r>
              <a:t>   Generates TypeScript Playwright test files ready for CI/CD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3-Step Process:</a:t>
            </a:r>
          </a:p>
          <a:p>
            <a:pPr lvl="1"/>
            <a:r>
              <a:t>1. Configuration</a:t>
            </a:r>
          </a:p>
          <a:p>
            <a:pPr lvl="2"/>
            <a:r>
              <a:t>   Configure Swagger URL in config.json</a:t>
            </a:r>
          </a:p>
          <a:p>
            <a:pPr lvl="2"/>
            <a:r>
              <a:t>   Choose free (schema-based) or AI-powered mode</a:t>
            </a:r>
          </a:p>
          <a:p>
            <a:br/>
            <a:pPr lvl="1"/>
            <a:r>
              <a:t>2. Generation</a:t>
            </a:r>
          </a:p>
          <a:p>
            <a:pPr lvl="2"/>
            <a:r>
              <a:t>   Run: python scripts/generate_tests_main_script.py</a:t>
            </a:r>
          </a:p>
          <a:p>
            <a:pPr lvl="2"/>
            <a:r>
              <a:t>   Tool parses spec, extracts endpoints, generates test code</a:t>
            </a:r>
          </a:p>
          <a:p>
            <a:br/>
            <a:pPr lvl="1"/>
            <a:r>
              <a:t>3. Execution</a:t>
            </a:r>
          </a:p>
          <a:p>
            <a:pPr lvl="2"/>
            <a:r>
              <a:t>   Run: npm run test</a:t>
            </a:r>
          </a:p>
          <a:p>
            <a:pPr lvl="2"/>
            <a:r>
              <a:t>   View reports: npx playwright show-report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Flow:</a:t>
            </a:r>
          </a:p>
          <a:p>
            <a:pPr lvl="1"/>
            <a:r>
              <a:t>OpenAPI/Swagger Specification</a:t>
            </a:r>
          </a:p>
          <a:p>
            <a:r>
              <a:t>   ↓</a:t>
            </a:r>
          </a:p>
          <a:p>
            <a:pPr lvl="1"/>
            <a:r>
              <a:t>Python Test Generator</a:t>
            </a:r>
          </a:p>
          <a:p>
            <a:pPr lvl="2"/>
            <a:r>
              <a:t>   • Parse spec • Extract endpoints • Generate test code</a:t>
            </a:r>
          </a:p>
          <a:p>
            <a:r>
              <a:t>   ↓</a:t>
            </a:r>
          </a:p>
          <a:p>
            <a:pPr lvl="1"/>
            <a:r>
              <a:t>Playwright Test Files (.spec.ts)</a:t>
            </a:r>
          </a:p>
          <a:p>
            <a:pPr lvl="2"/>
            <a:r>
              <a:t>   • TypeScript test code • Resource ID management</a:t>
            </a:r>
          </a:p>
          <a:p>
            <a:r>
              <a:t>   ↓</a:t>
            </a:r>
          </a:p>
          <a:p>
            <a:pPr lvl="1"/>
            <a:r>
              <a:t>Test Execution &amp; Reports</a:t>
            </a:r>
          </a:p>
          <a:p>
            <a:pPr lvl="2"/>
            <a:r>
              <a:t>   • Playwright runner • HTML reports • Coverage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React-Based Frontend:</a:t>
            </a:r>
          </a:p>
          <a:p>
            <a:pPr lvl="1"/>
            <a:r>
              <a:t>✓ Dark AI-themed interface</a:t>
            </a:r>
          </a:p>
          <a:p>
            <a:pPr lvl="1"/>
            <a:r>
              <a:t>✓ 5-step workflow (Connect → Generate → View → Run → Reports)</a:t>
            </a:r>
          </a:p>
          <a:p>
            <a:pPr lvl="1"/>
            <a:r>
              <a:t>✓ Real-time progress indicators</a:t>
            </a:r>
          </a:p>
          <a:p>
            <a:pPr lvl="1"/>
            <a:r>
              <a:t>✓ Test code viewer with TypeScript/Gherkin formats</a:t>
            </a:r>
          </a:p>
          <a:p>
            <a:br/>
            <a:r>
              <a:t>Tech Stack:</a:t>
            </a:r>
          </a:p>
          <a:p>
            <a:pPr lvl="1"/>
            <a:r>
              <a:t>• React 19 + TypeScript</a:t>
            </a:r>
          </a:p>
          <a:p>
            <a:pPr lvl="1"/>
            <a:r>
              <a:t>• Vite (fast build tool)</a:t>
            </a:r>
          </a:p>
          <a:p>
            <a:pPr lvl="1"/>
            <a:r>
              <a:t>• Tailwind CSS (styling)</a:t>
            </a:r>
          </a:p>
          <a:p>
            <a:pPr lvl="1"/>
            <a:r>
              <a:t>• Axios (HTTP client)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Completeness:</a:t>
            </a:r>
          </a:p>
          <a:p>
            <a:pPr lvl="1"/>
            <a:r>
              <a:t>✅ API Loading - 90% (Real API calls)</a:t>
            </a:r>
          </a:p>
          <a:p>
            <a:pPr lvl="1"/>
            <a:r>
              <a:t>✅ Test Generation - 80% (Real generation)</a:t>
            </a:r>
          </a:p>
          <a:p>
            <a:pPr lvl="1"/>
            <a:r>
              <a:t>✅ Test Viewing - 90% (Code viewer)</a:t>
            </a:r>
          </a:p>
          <a:p>
            <a:pPr lvl="1"/>
            <a:r>
              <a:t>❌ Test Execution - 0% (Mocked, needs backend)</a:t>
            </a:r>
          </a:p>
          <a:p>
            <a:pPr lvl="1"/>
            <a:r>
              <a:t>❌ Reports - 30% (Mock data)</a:t>
            </a:r>
          </a:p>
          <a:p>
            <a:pPr lvl="1"/>
            <a:r>
              <a:t>⚠️  Settings - 40% (UI only, no save)</a:t>
            </a:r>
          </a:p>
          <a:p>
            <a:br/>
            <a:r>
              <a:t>Overall: 61% Complete</a:t>
            </a:r>
          </a:p>
          <a:p>
            <a:br/>
            <a:pPr lvl="1"/>
            <a:r>
              <a:t>Ready for backend integration!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What's Working:</a:t>
            </a:r>
          </a:p>
          <a:p>
            <a:pPr lvl="1"/>
            <a:r>
              <a:t>✓ Loads Swagger/OpenAPI specs from URL</a:t>
            </a:r>
          </a:p>
          <a:p>
            <a:pPr lvl="1"/>
            <a:r>
              <a:t>✓ Generates test code from API endpoints</a:t>
            </a:r>
          </a:p>
          <a:p>
            <a:pPr lvl="1"/>
            <a:r>
              <a:t>✓ Displays code in TypeScript &amp; Gherkin formats</a:t>
            </a:r>
          </a:p>
          <a:p>
            <a:pPr lvl="1"/>
            <a:r>
              <a:t>✓ Copy &amp; download test files</a:t>
            </a:r>
          </a:p>
          <a:p>
            <a:pPr lvl="1"/>
            <a:r>
              <a:t>✓ Beautiful dark-themed UI</a:t>
            </a:r>
          </a:p>
          <a:p>
            <a:br/>
            <a:r>
              <a:t>What's Needed:</a:t>
            </a:r>
          </a:p>
          <a:p>
            <a:pPr lvl="1"/>
            <a:r>
              <a:t>• Backend API for test execution</a:t>
            </a:r>
          </a:p>
          <a:p>
            <a:pPr lvl="1"/>
            <a:r>
              <a:t>• WebSocket for real-time logs</a:t>
            </a:r>
          </a:p>
          <a:p>
            <a:pPr lvl="1"/>
            <a:r>
              <a:t>• Settings persistence</a:t>
            </a:r>
          </a:p>
          <a:p>
            <a:pPr lvl="1"/>
            <a:r>
              <a:t>• Real reports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Use This Tool?</a:t>
            </a:r>
          </a:p>
          <a:p>
            <a:pPr lvl="1"/>
            <a:r>
              <a:t>For Developers:</a:t>
            </a:r>
          </a:p>
          <a:p>
            <a:pPr lvl="2"/>
            <a:r>
              <a:t>⚡ Save hours of manual test writing</a:t>
            </a:r>
          </a:p>
          <a:p>
            <a:pPr lvl="2"/>
            <a:r>
              <a:t>🔄 Keep tests in sync with API changes automatically</a:t>
            </a:r>
          </a:p>
          <a:p>
            <a:pPr lvl="2"/>
            <a:r>
              <a:t>🎯 Focus on business logic, not boilerplate</a:t>
            </a:r>
          </a:p>
          <a:p>
            <a:br/>
            <a:pPr lvl="1"/>
            <a:r>
              <a:t>For QA Teams:</a:t>
            </a:r>
          </a:p>
          <a:p>
            <a:pPr lvl="2"/>
            <a:r>
              <a:t>📊 Comprehensive test coverage</a:t>
            </a:r>
          </a:p>
          <a:p>
            <a:pPr lvl="2"/>
            <a:r>
              <a:t>🔍 Consistent test structure</a:t>
            </a:r>
          </a:p>
          <a:p>
            <a:pPr lvl="2"/>
            <a:r>
              <a:t>📈 Easy CI/CD integration</a:t>
            </a:r>
          </a:p>
          <a:p>
            <a:br/>
            <a:pPr lvl="1"/>
            <a:r>
              <a:t>For Organizations:</a:t>
            </a:r>
          </a:p>
          <a:p>
            <a:pPr lvl="2"/>
            <a:r>
              <a:t>💰 Reduced testing costs • 🚀 Faster release cycles • ✅ Higher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✓ Automated API test generation from OpenAPI specs</a:t>
            </a:r>
          </a:p>
          <a:p>
            <a:r>
              <a:t>✓ Modern React web interface (61% complete)</a:t>
            </a:r>
          </a:p>
          <a:p>
            <a:r>
              <a:t>✓ Flexible - Free schema-based or AI-powered</a:t>
            </a:r>
          </a:p>
          <a:p>
            <a:r>
              <a:t>✓ Production-ready Playwright test files</a:t>
            </a:r>
          </a:p>
          <a:p>
            <a:r>
              <a:t>✓ Smart resource management</a:t>
            </a:r>
          </a:p>
          <a:p>
            <a:r>
              <a:t>✓ Easy to integrate into existing workflows</a:t>
            </a:r>
          </a:p>
          <a:p/>
          <a:p>
            <a:r>
              <a:t>Next: Backend API integration for test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